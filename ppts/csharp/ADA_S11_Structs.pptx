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your own types.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becomes code · structs in functions · arrays of structs + foreach · a mini gradebook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11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struct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'three loose variables' to one type you designed.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Structs &amp; functions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Passing, returning, and collecting structs in arrays with foreach.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mini gradebook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program built entirely from your own type.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real things (students, products, points) as types the compiler understands.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struct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abstraction doodle, compiled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Abstraction: keep what matters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struct is your decision about which details matter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392070"/>
            <a:ext cx="777240" cy="822960"/>
          </a:xfrm>
          <a:prstGeom prst="roundRect">
            <a:avLst>
              <a:gd name="adj" fmla="val 5882"/>
            </a:avLst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4208" y="2593238"/>
            <a:ext cx="310896" cy="384048"/>
          </a:xfrm>
          <a:prstGeom prst="ellipse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072030"/>
            <a:ext cx="914" cy="256032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2728" y="2072030"/>
            <a:ext cx="914" cy="256032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3896" y="2072030"/>
            <a:ext cx="914" cy="256032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" y="2620670"/>
            <a:ext cx="109728" cy="109728"/>
          </a:xfrm>
          <a:prstGeom prst="ellipse">
            <a:avLst/>
          </a:prstGeom>
          <a:ln w="15875">
            <a:solidFill>
              <a:srgbClr val="B191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53312" y="2620670"/>
            <a:ext cx="109728" cy="109728"/>
          </a:xfrm>
          <a:prstGeom prst="ellipse">
            <a:avLst/>
          </a:prstGeom>
          <a:ln w="15875">
            <a:solidFill>
              <a:srgbClr val="B191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013862"/>
            <a:ext cx="548640" cy="914"/>
          </a:xfrm>
          <a:prstGeom prst="line">
            <a:avLst/>
          </a:prstGeom>
          <a:noFill/>
          <a:ln w="1587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5219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exact mug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37714" y="2757830"/>
            <a:ext cx="938174" cy="914"/>
          </a:xfrm>
          <a:prstGeom prst="line">
            <a:avLst/>
          </a:prstGeom>
          <a:noFill/>
          <a:ln w="25400">
            <a:solidFill>
              <a:srgbClr val="B19147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633472" y="2437790"/>
            <a:ext cx="1146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092854" y="2392070"/>
            <a:ext cx="777240" cy="822960"/>
          </a:xfrm>
          <a:prstGeom prst="roundRect">
            <a:avLst>
              <a:gd name="adj" fmla="val 5882"/>
            </a:avLst>
          </a:prstGeom>
          <a:ln w="31750">
            <a:solidFill>
              <a:srgbClr val="A115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2662" y="2593238"/>
            <a:ext cx="310896" cy="384048"/>
          </a:xfrm>
          <a:prstGeom prst="ellipse">
            <a:avLst/>
          </a:prstGeom>
          <a:ln w="31750">
            <a:solidFill>
              <a:srgbClr val="A115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335219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cup": holds liquid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exact mug vs 'a cup': holds liquid. Keep the essence.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model a Student for THIS course, what matters?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id, gpa — yes.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pizza — no.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fields IS abstraction. You just did computer science.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Declaring and using a struct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new type, then variables of that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230012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9.2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leo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"Leo"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230034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8.1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$"{ana.Name}: {ana.Gpa}"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$"{leo.Name}: {leo.Gpa}"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Ana: 9.2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Leo: 8.1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dot reaches inside: ana.Gpa. One variable now carries the whole student.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Structs &amp; functions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types travel through your functions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Structs in, structs out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can receive and return your types — and structs copy by value too!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PrintCard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$"[{s.Id}] {s.Name}"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    GPA: {s.Gpa}"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"Name: 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"GPA: 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ToDouble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PrintCard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Ana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GPA: 9.2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 Ana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GPA: 9.2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10 says hi: structs pass by VALUE (copies). Want a function to modify one? ref Student 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array of structs + foreach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students, one variable, zero copy-paste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9.2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"Leo"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8.1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"Mia"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9.7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$"{s.Name}: {s.Gpa}"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$"Group avg: {sum / group.Length:F2}"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Ana: 9.2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Leo: 8.1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Mia: 9.7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avg: 9.00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foreach = 'for each Student s in group' — reads like English, no index bookkeeping.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mini gradebook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from 11 weeks, one small real program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Gradebook: the whole design on one slide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 + functions + array + foreach + accumulators + menu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PrintAll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Main: read N students with a for,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menu (Week 7!) to list, average,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and show top student.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many? 3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List  2) Average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Top   4) Exit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Choose: 3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Top: Mia (9.7)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single week of the course is inside this one program. That was the plan all along.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Point &amp; distance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struct Point { double X, Y; }. Write Distance(Point a, Point b) → double using Math.Sqrt. Read two points and print their distance.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= b.X - a.X (same for Y)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Math.Sqrt(dx*dx + dy*dy)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double, print in Main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A: 0 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B: 3 4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Distance: 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Tiny inventory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Product { Name, Price, Stock }. Build an array of 4 products; print a table with foreach; then print total inventory value (price × stock, accumulated).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Alignment: {p.Name,-10}{p.Price,8}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p.Price * p.Stock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is out of stock? (Stock == 0)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     18999  x3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        299  x0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value: $58,496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of stock: Mouse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your world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domain you like: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music, sports, pets — anything with 'things' to model.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1 struct (4+ fields, mixed types).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each field in a comment (abstraction!).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functions using it: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ReadX(), PrintX(X), and one that computes something (BestX, TotalX…).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5 + foreach + one accumulator.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Blackboard: 'W11 — My type'. This is a warm-up for the final project.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 a single .cs file (or zipped Rider solution) named ADA_W11_LastName.zip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project — everything you know, one program you choose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homework struct might become your final project seed — choose a domain you love.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menu pattern (W7) and refactoring rules (W9).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project spec, checklist and work sessions. Bring ideas!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2026-07-22T21:03:24Z</dcterms:created>
  <dcterms:modified xsi:type="dcterms:W3CDTF">2026-07-22T21:03:24Z</dcterms:modified>
</cp:coreProperties>
</file>