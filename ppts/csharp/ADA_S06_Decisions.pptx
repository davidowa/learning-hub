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· else if · else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· logical AND/OR · the else-if ladder · nested decisions done right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6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— the question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comparison operators, and the anatomy of a branch.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ladder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else, else if, and combining conditions with &amp;&amp; and ||.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calculator, bouncer, and the classic login gate.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programs choose a path — the diamond from your flowcharts, in real code.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— the question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flowchart diamond finally compiles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if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 in ( ) → block in { } — runs only when true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"It's hot!"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"Drink water."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"(this always runs)"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hot!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Drink water.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(this always runs)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{ } block is the diamond's YES arrow. No true? The block is skipped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operators — condition ingredients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condition boils down to a bool: true or false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 equals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 == 18 — two equal signs! One = assigns, two == compare. The #1 beginner bug.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  not equal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password != "1234"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&lt;  greater / less than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grade &gt; 6, price &lt; 100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 &lt;=  or equal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 &gt;= 18 includes exactly 18.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always a bool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can even store it: bool canVote = age &gt;= 18;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== aloud as 'is equal to' and you'll never confuse it with =.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ladder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else · else if · &amp;&amp; · || — express any rule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else and the else-if ladder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question, many ranges — checked top to bottom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grade (0-10): 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"Excellent!"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"Good job."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"Passed. Barely."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"See you in summer school."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grade (0-10): 7.5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job.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matters: 7.5 stops at the FIRST true branch. Only one branch ever runs.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conditions: &amp;&amp; and ||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= both must be true · OR = at least 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hasTicket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onGuestList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&amp;&amp; : both sides must be true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hasTicket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"Welcome in!"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|| : one side is enough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hasTicket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onGuestList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"Entry is covered."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! flips a bool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onGuestList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"(paid ticket)"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in!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is covered.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(paid ticket)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it in English first: 'adult AND has ticket'. If the sentence sounds right, the code is right.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ifs — decisions inside decisions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Sometimes the second question only makes sense after the first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"Username: 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"Password: 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"sesame"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"Access granted."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"Wrong password."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 user."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ana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sesame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granted.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Indentation mirrors the nesting. More than 3 levels deep? Rethink — Week 9's functions will help.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gates, three graded rules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The club bouncer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age and whether they have a VIP pass (yes/no as string). Rules: under 18 never enters; 18+ with VIP goes to the front; 18+ without VIP pays cover.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age; compare the string with ==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 → if / else if / else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condition do you check first?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22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 pass (yes/no): no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OK - pay $150 cover.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Triangle inspector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three sides (doubles). Decide: equilateral (all equal), isosceles (exactly two equal), or scalene (none equal). Bonus: reject impossible triangles first (any side &lt;= 0).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== b &amp;&amp; b == c → equilateral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else if for the middle case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bonus check goes FIRST — why?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a: 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b: 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c: 8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Isosceles triangle.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Rules, encoded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advisor: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weight (kg) and height (m); print BMI and its WHO category with an else-if ladder.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tickets: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$80; under 13 or over 65 pay half; Wednesdays ($50 flat) beat every other discount. Read age and 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password; 'weak' if length &lt; 8, 'medium' if 8-11, 'strong' if 12+. Use .Length.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every condition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above each if explaining the rule in English.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ADA_W6_LastName.zip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— making the computer repeat itself (so you don't have to)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== vs = until it's reflex.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reading ladders top-to-bottom like the computer does.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while and do-while — your flowchart's backwards arrow, compiled.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2026-07-22T21:00:39Z</dcterms:created>
  <dcterms:modified xsi:type="dcterms:W3CDTF">2026-07-22T21:00:39Z</dcterms:modified>
</cp:coreProperties>
</file>