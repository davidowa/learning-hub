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algorithm really is · the apple experiment · the robot test — pen and paper week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algorithm?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'scary CS word' to 'a recipe you already use every day'.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robot test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computers need brutally precise instructions — and how to write them.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break and fix everyday algorithms as a team.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instructions so precise that a machine with zero common sense could follow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algorithm?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Spoiler: you've been running them your whole life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program starts as a problem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is not typing — it's problem-solving written down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2766" y="2647188"/>
            <a:ext cx="768096" cy="768096"/>
          </a:xfrm>
          <a:prstGeom prst="ellipse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3993" y="2896819"/>
            <a:ext cx="45720" cy="4572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94714" y="2896819"/>
            <a:ext cx="45720" cy="4572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33195" y="3165653"/>
            <a:ext cx="307238" cy="73152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" y="35981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4989" y="3031236"/>
            <a:ext cx="1250899" cy="914"/>
          </a:xfrm>
          <a:prstGeom prst="line">
            <a:avLst/>
          </a:prstGeom>
          <a:noFill/>
          <a:ln w="25400">
            <a:solidFill>
              <a:srgbClr val="B1914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268626" y="2711196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· plan · try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30014" y="2647188"/>
            <a:ext cx="768096" cy="768096"/>
          </a:xfrm>
          <a:prstGeom prst="ellipse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1241" y="2896819"/>
            <a:ext cx="45720" cy="4572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1962" y="2896819"/>
            <a:ext cx="45720" cy="4572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0443" y="3146450"/>
            <a:ext cx="153619" cy="8229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4614062" y="3146450"/>
            <a:ext cx="153619" cy="8229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7758" y="2016252"/>
            <a:ext cx="292608" cy="292608"/>
          </a:xfrm>
          <a:prstGeom prst="ellipse">
            <a:avLst/>
          </a:prstGeom>
          <a:ln w="25400">
            <a:solidFill>
              <a:srgbClr val="B191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5541" y="2301545"/>
            <a:ext cx="117043" cy="73152"/>
          </a:xfrm>
          <a:prstGeom prst="rect">
            <a:avLst/>
          </a:prstGeom>
          <a:ln w="19050">
            <a:solidFill>
              <a:srgbClr val="B191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4379976" y="1986991"/>
            <a:ext cx="320040" cy="228600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4062" y="1884578"/>
            <a:ext cx="914" cy="274320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6942" y="1986991"/>
            <a:ext cx="320040" cy="228600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3982" y="35981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algorithm!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stuck to eureka: the algorithm is the bridge.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whole course is that arrow in the middle: a repeatable path from 'I don't know how' to 'here are the steps'.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just the last 10%.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algorithm is a recipe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finite, ordered list of unambiguous steps that produces a result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35124"/>
            <a:ext cx="1737360" cy="1371600"/>
          </a:xfrm>
          <a:prstGeom prst="roundRect">
            <a:avLst>
              <a:gd name="adj" fmla="val 3333"/>
            </a:avLst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539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5466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chop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28209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boil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0952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serve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2820924"/>
            <a:ext cx="833933" cy="914"/>
          </a:xfrm>
          <a:prstGeom prst="line">
            <a:avLst/>
          </a:prstGeom>
          <a:noFill/>
          <a:ln w="25400">
            <a:solidFill>
              <a:srgbClr val="B1914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633472" y="25008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01338" y="2683764"/>
            <a:ext cx="1005840" cy="640080"/>
          </a:xfrm>
          <a:prstGeom prst="roundRect">
            <a:avLst>
              <a:gd name="adj" fmla="val 7143"/>
            </a:avLst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36746" y="2866644"/>
            <a:ext cx="164592" cy="914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7178" y="2866644"/>
            <a:ext cx="164592" cy="914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5658" y="2318004"/>
            <a:ext cx="73152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41418" y="2318004"/>
            <a:ext cx="73152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8418" y="34792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dish, every time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steps → same dish, every single time.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— it ends.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— sequence matters.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 — one way to read each step.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— each step is doable.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recipe has all four, it's an algorithm.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apple experiment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"Write the steps to eat an apple." Most first attempts look like the left card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246888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version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humans, useless for machines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Grab the apple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Eat 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…done?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assumptions everywhere: which hand? bite what? when do you stop?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931920" cy="246888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version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ordered, ends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up apple with either hand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Bring apple to mouth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Bite once; chew 15×; swallow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only core remains → stop. Else → go to step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card has a loop AND a stopping condition. You just wrote your first real algorithm.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you already run daily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a walking algorithm library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routine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wake → snooze once (loop, max 1) → shower → dress → coffee. Order matters: dress before shower fails.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at a register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sum items → if card: tap; else: count cash → receive change.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word in a dictionary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 middle → before/after? → repeat on the half. (That's binary search — a famous one.)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washing machine cycle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fill → spin → drain → repeat N times → beep. Machines only run algorithms.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new to learn — only to make explicit what your brain does implicitly.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robot test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instructions, executed by a machine with zero common sense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robot test — our quality filter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your algorithm as if you were a literal-minded robot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knows nothing.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has never seen an apple, a door, a toothbrush. Every noun must be identified.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does exactly what you wrote.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'Put toothpaste on the brush' — the whole tube? It will.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never stops unless told.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stopping condition → it chews forever. Every loop needs an exit.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robot fails, the algorithm fails.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robot's fault. Ever. This mindset is 90% of debugging.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Week 5 the 'robot' becomes the C# compiler — same rules, less patience.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exercise: brush your teeth, robot edition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 of 3 · 10 minutes · one volunteer plays the robot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steps to brush your teeth — max 12 steps.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 the next team. You now execute THEIR algorithm literally.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players: be merciless. 'Open the toothpaste' — with what? Where is it?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failures. The team with the fewest robot-crashes wins.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your algorithm fixing every crash found.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Iterate: write → test → fix → test again. That loop is the job.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and repetitions sneak into everything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superpowers: decide and repeat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alone aren't enough — real life branches and loops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(IF)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'IF it's raining → take umbrella, ELSE → sunglasses.' The path splits based on a question with a yes/no answer.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(WHILE)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'WHILE the plate is dirty → keep scrubbing.' Repeat until a condition changes.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repetition (FOR)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'Knock 3 times.' Repeat an exact number of times.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'WHILE there are dishes: pick one; IF greasy → soap twice ELSE once; rinse.' This is already program-shaped.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 these become IF / WHILE / FOR in pseudocode — the words don't change much.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The sandwich protocol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algorithm (max 15 steps) for making a ham sandwich, precise enough to survive the robot test. Include at least one IF (no ham left?) and one counted repetition (2 slices of bread).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every object first (bread bag, knife…)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bread bag is already open?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exactly when you are DONE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Locate bread bag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IF bag closed -&gt; open bag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Take 2 slices, place on plate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Open ham package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IF no ham -&gt; STOP (fail: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"buy ham")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Place 2 slices of ham on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one bread slice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 STOP (sandwich ready)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Crossing the street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algorithm to cross at a traffic light. It must LOOP while the light is red, and include what to do if there's no crosswalk (edge case!).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waiting part is a WHILE, not a step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both ways: how many times exactly?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stopping condition of the whole thing?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Walk to crosswalk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IF no crosswalk -&gt;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walk to nearest corner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WHILE light is red: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wait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Look left, look right,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look left again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IF clear -&gt; walk straight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 other side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STOP (you're across)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algorithms from your life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 everyday activities.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must involve a decision, one a repetition, one both.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as a numbered algorithm (max 15 steps).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robot test yourself before submitting.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of them, list 2 edge cases.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it? (no ingredients, item not found, etc.)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 PDF or photo of clean handwriting.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Blackboard: 'W2 — Everyday algorithms'.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Graded on precision, not length: could a robot with no common sense follow it?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 — your algorithms, dressed for programming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homework algorithms — next week we translate them to pseudocode.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noticing IFs and WHILEs in your daily routines.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notebook again: still no computer needed.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2026-07-22T20:57:42Z</dcterms:created>
  <dcterms:modified xsi:type="dcterms:W3CDTF">2026-07-22T20:57:42Z</dcterms:modified>
</cp:coreProperties>
</file>