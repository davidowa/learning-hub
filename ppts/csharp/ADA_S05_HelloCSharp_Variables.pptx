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Hello, C#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and types.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C# · what happens when you press Run · int, double, string, bool, char · talking to the 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5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C#?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C# sits among languages, and what the compiler does with your file.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types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with names: int, double, string, bool, char — and string interpolation.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Talking to the user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Console.ReadLine, Convert, and your first interactive programs.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transform and display data — the atoms every program is made of.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C#?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high-level language with training wheels that are actually armor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C# lives on the ladder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Programming languages are rungs between you and the silicon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383280"/>
            <a:ext cx="1325880" cy="36576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472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0101 machine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84248" y="2926080"/>
            <a:ext cx="1325880" cy="36576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29900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91256" y="2468880"/>
            <a:ext cx="1325880" cy="365760"/>
          </a:xfrm>
          <a:prstGeom prst="rect">
            <a:avLst/>
          </a:prstGeom>
          <a:solidFill>
            <a:srgbClr val="F8F5EE"/>
          </a:solidFill>
          <a:ln w="31750">
            <a:solidFill>
              <a:srgbClr val="A115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91256" y="25328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11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← you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98264" y="2011680"/>
            <a:ext cx="1325880" cy="365760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98264" y="20756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words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20116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closer to how you think 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higher the rung, the closer to how humans think.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RUNG?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is high-level (readable), strongly typed (the compiler catches your mistakes BEFORE running), and used for games (Unity), web, desktop and mobile.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first serious language.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when you press Run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.cs file takes a trip before the CPU sees 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72284"/>
            <a:ext cx="1005840" cy="1097280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008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11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2912364"/>
            <a:ext cx="731520" cy="914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095244"/>
            <a:ext cx="731520" cy="914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92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write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2820924"/>
            <a:ext cx="457200" cy="914"/>
          </a:xfrm>
          <a:prstGeom prst="line">
            <a:avLst/>
          </a:prstGeom>
          <a:noFill/>
          <a:ln w="25400">
            <a:solidFill>
              <a:srgbClr val="B1914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2894076" y="2318004"/>
            <a:ext cx="1371600" cy="1005840"/>
          </a:xfrm>
          <a:prstGeom prst="trapezoid">
            <a:avLst/>
          </a:prstGeom>
          <a:solidFill>
            <a:srgbClr val="F8F5EE"/>
          </a:solidFill>
          <a:ln w="31750">
            <a:solidFill>
              <a:srgbClr val="B191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94076" y="26837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57116" y="2820924"/>
            <a:ext cx="457200" cy="914"/>
          </a:xfrm>
          <a:prstGeom prst="line">
            <a:avLst/>
          </a:prstGeom>
          <a:noFill/>
          <a:ln w="25400">
            <a:solidFill>
              <a:srgbClr val="B19147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822546" y="25466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0100 1101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1010 0110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4062" y="34792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CPU eats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write C# → the compiler translates → the CPU eats binary.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= 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reads EVERYTHING first. One typo and it refuses to translate — with an error message telling you where.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before running are gifts: the robot test, automated.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the file you already ran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1's Hello World, now you can name the parts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comment: notes for humans,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invisible to the compiler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C#!"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↑        ↑          ↑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class   method    argument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statement ends with 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Strings live in "double quotes"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C#!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finished with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code 0.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one ; ? The compiler will point at the exact line. Read its messages — they're on your side.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types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boxes, each shaped for one kind of data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types you need this semester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insists every box declares its shape — that's 'static typing'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whole numbers: 42, -7, 0. Ages, counters, scores.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decimal numbers: 3.14, -0.5, 98.6. Prices, averages, measurements.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text of any length: "Ana", "COM101". Always in double quotes.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exactly two values: true or false. The fuel of every IF and WHILE.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single character: 'A', '#'. Single quotes.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the smallest type that fits the data — it documents your intent.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Declaring, assigning, printing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name = value; — read it aloud until natural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9.3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likesCoffee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interpolation: $ + { 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$"{name} ({initial}) is {age}"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$"GPA: {gpa}"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boxes can change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$"Next year: {age}"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(A) is 21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GPA: 9.3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year: 22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$"...{variable}..." drops values into text. You'll use it every day from now 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Talking to the user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Programs get interesting when they listen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Console.ReadLine — and the Convert trap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ReadLine ALWAYS returns a string — numbers need converting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name: 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age: 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ageText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ToInt32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ageText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$"{name}, in 10 years"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$"you'll be {inTen}."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name: Ana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age: 21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Ana, in 10 years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you'll be 31.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the Convert and try ageText + 10 → "2110". Strings glue; ints add.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Personal data card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name, age and favorite number (int). Print a 3-line 'ID card' using interpolation, including the favorite number doubled.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ReadLine per question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Convert.ToInt32 for the numbers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Doubling: favorite *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name: Leo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age: 19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 number: 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Leo, 19 years |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Lucky x2: 14  |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Tip calculator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bill total (double) and print the 10% tip and the final amount. Use double for money here.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Convert.ToDouble for decimals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= total * 0.10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 both results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 total: 480.50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 (10%): 48.05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to pay: 528.55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tiny programs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Greeter: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name and city, prints a one-line greeting using both.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math: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birth year (int), prints age this year and age in 2050.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width and height (double), prints area and perimeter.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experiment: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comments, explain what "5" + 3 prints and WHY (test it first!).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ADA_W5_LastName.zip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— teaching your program to choose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 five types — flashcard-level memorized.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interpolation: break it, fix it, own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your programs grow a brain: if / else if / else.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2026-07-22T21:06:06Z</dcterms:created>
  <dcterms:modified xsi:type="dcterms:W3CDTF">2026-07-22T21:06:06Z</dcterms:modified>
</cp:coreProperties>
</file>