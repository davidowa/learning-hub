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· Algorithm Analysis &amp; Design · COM101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it once, use it forever.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becomes real · parameters and returns · scope · refactoring a messy Main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material · 2026 Edition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week's roadmap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9 · three 90-minute classes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Signature, parameters, return — a machine with inputs and one output.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void, returns &amp; scope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that do vs functions that answer; where variables live.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Refactoring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60-line Main and carve it into clean, named pieces.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the week: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any program into small named functions that each do ONE thing well.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decomposition doodle finally becomes syntax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Decomposition, now executable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 are how C# lets you cut the scary ball into pieces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8F5EE"/>
          </a:solidFill>
          <a:ln w="9525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2633472"/>
            <a:ext cx="914400" cy="585216"/>
          </a:xfrm>
          <a:prstGeom prst="ellipse">
            <a:avLst/>
          </a:prstGeom>
          <a:ln w="15875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400000">
            <a:off x="1133856" y="2633472"/>
            <a:ext cx="914400" cy="585216"/>
          </a:xfrm>
          <a:prstGeom prst="ellipse">
            <a:avLst/>
          </a:prstGeom>
          <a:ln w="15875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4800000">
            <a:off x="1133856" y="2633472"/>
            <a:ext cx="914400" cy="585216"/>
          </a:xfrm>
          <a:prstGeom prst="ellipse">
            <a:avLst/>
          </a:prstGeom>
          <a:ln w="15875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7200000">
            <a:off x="1133856" y="2633472"/>
            <a:ext cx="914400" cy="585216"/>
          </a:xfrm>
          <a:prstGeom prst="ellipse">
            <a:avLst/>
          </a:prstGeom>
          <a:ln w="15875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2359152"/>
            <a:ext cx="1133856" cy="1133856"/>
          </a:xfrm>
          <a:prstGeom prst="ellipse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3611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scary problem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33472" y="2926080"/>
            <a:ext cx="938174" cy="914"/>
          </a:xfrm>
          <a:prstGeom prst="line">
            <a:avLst/>
          </a:prstGeom>
          <a:noFill/>
          <a:ln w="25400">
            <a:solidFill>
              <a:srgbClr val="B19147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477110" y="2606040"/>
            <a:ext cx="12508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32250" y="2688336"/>
            <a:ext cx="457200" cy="457200"/>
          </a:xfrm>
          <a:prstGeom prst="roundRect">
            <a:avLst>
              <a:gd name="adj" fmla="val 10000"/>
            </a:avLst>
          </a:prstGeom>
          <a:ln w="254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32250" y="27614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99178" y="2688336"/>
            <a:ext cx="457200" cy="457200"/>
          </a:xfrm>
          <a:prstGeom prst="roundRect">
            <a:avLst>
              <a:gd name="adj" fmla="val 10000"/>
            </a:avLst>
          </a:prstGeom>
          <a:ln w="25400">
            <a:solidFill>
              <a:srgbClr val="A11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99178" y="27614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66106" y="2688336"/>
            <a:ext cx="457200" cy="457200"/>
          </a:xfrm>
          <a:prstGeom prst="roundRect">
            <a:avLst>
              <a:gd name="adj" fmla="val 10000"/>
            </a:avLst>
          </a:prstGeom>
          <a:ln w="25400">
            <a:solidFill>
              <a:srgbClr val="A115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6106" y="27614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75888" y="3611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solvable steps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2245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scary problem → three named, solvable, TESTABLE pieces.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1828800"/>
            <a:ext cx="54864" cy="233172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FUNCTIONS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23774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gets a name, its own inputs, its own output.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test each piece alone, reuse it, and read Main like a table of contents.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 function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type · name · parameters — then somebody must CALL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definition (the recipe)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calls (actually cooking)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lucky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lucky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runs nothing. Calling runs it. Add(2,2) inside Add(3,…) — calls compose.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Parameters are the function's own variables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call fills them with fresh values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CircleArea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CircleArea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Batman!"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12.566370614359172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nananana Batman!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types in, different types out — the signature documents everything.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void, returns &amp; scope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Doers vs answerers — and the invisible walls between variables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void: functions that DO instead of ANSWER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return value — they act (print, draw, save)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  <a:p>
            <a:pPr algn="r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  <a:p>
            <a:pPr algn="r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  <a:p>
            <a:pPr algn="r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  <a:p>
            <a:pPr algn="r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PrintHeader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"=============="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  {title}"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"=============="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PrintLine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"-"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PrintHeader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"SALES REPORT"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PrintLine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SALES REPORT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of thumb: computes a value → return it. Causes an effect → void.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— variables live inside their { }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#1 source of Week 9 confusion, solved with one picture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doubled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doubled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Console.WriteLine(result);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ERROR: 'result' does not exist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here - it lived and died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inside Double's { 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 only communicate through parameters (in) and return (out). That isolation is a FEATURE.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Refactoring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behavior, radically better shape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Before: the 60-line Main of doom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works… and nobody, including future-you, wants to touch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7662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...60 lines of Main soup...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"Grade 1: 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g1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ToInt32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"Grade 2: 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g2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ToInt32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"Grade 3: 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g3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ToInt32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g1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g2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g3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$"PASS {avg:F1}"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$"FAIL {avg:F1}"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...copy-pasted for each student...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Copy-paste is the smell. Anything you pasted twice wants to be a function.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After: Main reads like an index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function does ONE thing; Main just orchestrates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0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ReadGrade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$"{label}: "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ToInt32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PrintVerdict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"PASS"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"FAIL"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$"{verdict} {avg:F1}"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g1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ReadGrade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"Grade 1"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g2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ReadGrade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"Grade 2"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g3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ReadGrade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"Grade 3"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PrintVerdict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g1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g2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g3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1: 8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2: 7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3: 10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8.3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Main aloud: 'read, read, read, print verdict of average.' THAT is self-documenting code.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1 — Build your toolbox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test: IsEven(int) → bool · Max3(int,int,int) → int · Celsius ToFahrenheit(double) → double. Then call all three from Main.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IsEven: n % 2 == 0 IS the bool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 can reuse two Max2 calls…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C * 9 / 5 + 32 (careful: 9.0)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IsEven(7) = False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IsEven(42) = True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Max3(3,9,5) = 9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25C = 77F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2 — Refactor the menu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your Week 7 menu program and refactor: ShowMenu() void, ReadOption() int, and one function per menu action. Main becomes a do-while with a switchboard of calls.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by listing the 'jobs' in the old code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 = one function = one name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must NOT change (test before/after)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Say hi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Tell a joke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Exit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Choose: 1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 there!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...same as before,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 Main is 12 lines.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— Week 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portfolio · submit on Blackboard before next Monday, 11:59 pm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kit: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RectArea, TriArea, CirclePerimeter — plus a menu (functions calling functions!).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5786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validator: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ReadGradeSafe(): re-asks while input is not 0-10 (do-while INSIDE a function).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23697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your FizzBuzz: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FizzBuzzLine(int n) → string; Main just loops and prints.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895344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paragraph: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comments: which of your old programs got easier to read, and why?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Format: a single .cs file (or zipped Rider solution) named ADA_W9_LastName.zip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you in Week 10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 &amp; out — what really happens when you pass a variable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044952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718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functions with verbs: ReadGrade, PrintVerdict, Average.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29000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558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= one job. If you say 'and' describing it, split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813048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398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the famous broken Swap — and the day copies betray you.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 · Algorithm Analysis &amp; Design · COM101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2026-07-22T21:03:24Z</dcterms:created>
  <dcterms:modified xsi:type="dcterms:W3CDTF">2026-07-22T21:03:24Z</dcterms:modified>
</cp:coreProperties>
</file>