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280160" cy="128016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PANAMERICANA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Engineering · Algorithm Analysis &amp; Design · COM101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7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Loops I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while · do-while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3716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57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while true · the infinite-loop survival guide · input validation · menus that come back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material · 2026 Edition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week's roadmap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7 · three 90-minute classes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first, repeat while true — and how loops die (or don't).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do-while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7472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first, ask later: the natural shape for validation and menus.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guessing game and friends — loops with a purpose.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of the week: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work safely: every loop you write will have a guaranteed exit.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while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backwards arrow from Week 4, now with a compiler watching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of a while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Initialize → check → body → change → back to check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1E1E24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2B2B33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29384"/>
            <a:ext cx="91440" cy="91440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293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19456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4553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countdown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initialize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countdown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check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countdown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countdown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countdown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change!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"Liftoff!"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1828800"/>
            <a:ext cx="2926080" cy="2743200"/>
          </a:xfrm>
          <a:prstGeom prst="roundRect">
            <a:avLst>
              <a:gd name="adj" fmla="val 2000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97880" y="21031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Liftoff!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three beats as your Week 4 trace tables: check → body → change. Forever.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infinite loop — every programmer's rite of passage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Delete the 'change' line and the condition never turns false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1E1E24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2B2B33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29384"/>
            <a:ext cx="91440" cy="91440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293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19456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4553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countdown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countdown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countdown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forgot: countdown = countdown - 1;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This program prints 5 forever.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Rider: press the red ■ Stop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button. Breathe. Fix. Rerun.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1828800"/>
            <a:ext cx="2926080" cy="2743200"/>
          </a:xfrm>
          <a:prstGeom prst="roundRect">
            <a:avLst>
              <a:gd name="adj" fmla="val 2000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97880" y="21031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running any while, ask: 'which line makes the condition eventually false?' No answer = don't run it.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do-while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the body must run at least once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do-while: run first, ask later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condition moves to the bottom — body executes at least once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1E1E24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2B2B33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29384"/>
            <a:ext cx="91440" cy="91440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293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19456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4553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"Number 1-10: "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ToInt32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$"Thanks! Got {number}."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60720" y="1828800"/>
            <a:ext cx="2926080" cy="2743200"/>
          </a:xfrm>
          <a:prstGeom prst="roundRect">
            <a:avLst>
              <a:gd name="adj" fmla="val 2000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97880" y="21031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 1-10: 99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 1-10: 0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 1-10: 7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Thanks! Got 7.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validation is THE textbook do-while: you must ask at least once, and re-ask while invalid.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menu pattern — you'll reuse this for years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options, do the thing, come back — until they choose Exit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1E1E24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2B2B33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29384"/>
            <a:ext cx="91440" cy="91440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293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19456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4553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"1) Say hi"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"2) Tell a joke"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"3) Exit"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"Choose: "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ToInt32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 there!\n"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 SQL query walks into a bar...\n"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"Goodbye!"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760720" y="1828800"/>
            <a:ext cx="2926080" cy="2743200"/>
          </a:xfrm>
          <a:prstGeom prst="roundRect">
            <a:avLst>
              <a:gd name="adj" fmla="val 2000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97880" y="21031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Say hi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Tell a joke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Exit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Choose: 2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SQL query walks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into a bar...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Choose: 3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Goodbye!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Week 12 final project starts exactly like this. Save this slide.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while vs do-while — choosing in 3 seconds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loop; the difference is WHO runs first, check or body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— check first.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Might run zero times. 'WHILE there are dishes, wash one.' No dishes? You never wash.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do-while — body first.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Runs at least once. 'TRY the soup, THEN decide if it needs salt.'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Validation? do-while.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You must ask at least once.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existing data? while.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There might be nothing to process.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Ask: 'is running zero times a valid outcome?' Yes → while. No → do-while.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Loops with a scoreboard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1 — The guessing game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 it in Rider, then compare with the walkthrough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651760"/>
          </a:xfrm>
          <a:prstGeom prst="rect">
            <a:avLst/>
          </a:prstGeom>
          <a:solidFill>
            <a:srgbClr val="F8F5EE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MISSION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secret number is 42 (hard-coded). Loop reading guesses; say 'higher' or 'lower' after each wrong try. When guessed, print the number of attempts.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do-while fits: at least one guess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variable: tries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if/else if inside the loop for hints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0" y="1828800"/>
            <a:ext cx="2926080" cy="2651760"/>
          </a:xfrm>
          <a:prstGeom prst="roundRect">
            <a:avLst>
              <a:gd name="adj" fmla="val 2069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97880" y="210312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Guess: 10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Higher!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Guess: 70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Lower!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Guess: 42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Correct! 3 tries.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60720" y="4526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output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2 — Cash register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 it in Rider, then compare with the walkthrough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651760"/>
          </a:xfrm>
          <a:prstGeom prst="rect">
            <a:avLst/>
          </a:prstGeom>
          <a:solidFill>
            <a:srgbClr val="F8F5EE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MISSION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prices one by one, accumulating a total, until the user types 0. Then print the item count and the total. Reject negative prices with a message (but keep looping).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Accumulator + counter, both start at 0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is the exit sentinel — don't count it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Negative? Message, but no adding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0" y="1828800"/>
            <a:ext cx="2926080" cy="2651760"/>
          </a:xfrm>
          <a:prstGeom prst="roundRect">
            <a:avLst>
              <a:gd name="adj" fmla="val 2069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97880" y="210312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(0 to end): 120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(0 to end): -5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 price.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(0 to end): 80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(0 to end): 0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items. Total: $200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60720" y="4526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output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 — Week 7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 portfolio · submit on Blackboard before next Monday, 11:59 pm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38528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19202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the guessing game: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secret with new Random().Next(1, 101); limit to 7 attempts; win/lose messages.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96896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257860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gate: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chances to enter PIN 2024; success unlocks, 3 failures locks 'card'.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55264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3236976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simulator: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monthly deposit; loop months until savings &gt;= 10,000; print how many months it took.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13632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3895344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paragraph: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in comments when you chose while vs do-while, and why.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Format: a single .cs file (or zipped Rider solution) named ADA_W7_LastName.zip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280160" cy="128016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you in Week 8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Loops II — for, nested loops, and the accumulator pattern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3716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044952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97180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run a loop before spotting its exit line.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429000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3558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Re-do the menu pattern from memory once this week.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813048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73989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for — the loop that counts for you.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 · Algorithm Analysis &amp; Design · COM101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2026-07-22T21:00:40Z</dcterms:created>
  <dcterms:modified xsi:type="dcterms:W3CDTF">2026-07-22T21:00:40Z</dcterms:modified>
</cp:coreProperties>
</file>