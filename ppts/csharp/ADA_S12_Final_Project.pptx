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280160" cy="128016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PANAMERICANA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 · Algorithm Analysis &amp; Design · COM101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Project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idea. Your program.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3716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57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topic · mandatory technical checklist · 70/30 rubric · demo day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material · 2026 Edition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week's roadmap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12 · three 90-minute classes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 &amp; ideas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of the game, six calibrated ideas, and picking yours.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session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your professor in the room — the best office hours of the semester.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day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Present, run it live, defend your design decisions.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the week: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working console program that YOU chose and can defend line by line.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 &amp; ideas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topic — serious checklist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deal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any topic you love — the technique is non-negotiable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topic.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Games, finance, sports stats, pet shelter, recipe box — if it excites you, it qualifies.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app in C#, built in Rider.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Solo work. Your code, your story.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on the checklist must appear.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Naturally — not pasted in to tick boxes. The design should NEED each piece.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defend it live on demo day.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Run it, walk through the code, answer two 'why did you…' questions.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program that works and you understand beats a huge one you copied. Every time.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ideas, pre-calibrated to fit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Steal one, twist one, or bring your own (same size)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651760" cy="114300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64008" cy="1143000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84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1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Expense tracker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categories, monthly totals, worst spending day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874520"/>
            <a:ext cx="2651760" cy="114300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874520"/>
            <a:ext cx="64008" cy="1143000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984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1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 game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bank, score, difficulty levels, high score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874520"/>
            <a:ext cx="2651760" cy="114300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874520"/>
            <a:ext cx="64008" cy="1143000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984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1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 shelter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pets, adopt, search by species, occupancy stats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2651760" cy="114300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154680"/>
            <a:ext cx="64008" cy="1143000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64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1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Gym log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566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exercises, sets/reps, personal records, weekly volume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154680"/>
            <a:ext cx="2651760" cy="114300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3154680"/>
            <a:ext cx="64008" cy="1143000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3264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1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 POS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74720" y="3566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cart, stock control, end-of-day report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3154680"/>
            <a:ext cx="2651760" cy="114300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3154680"/>
            <a:ext cx="64008" cy="1143000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3264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1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Tournament manager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09360" y="3566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match results, standings table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idea above needs: a struct, an array, a menu, validation, and accumulators. That's not a coincidence.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mandatory checklist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program must use every tool from the semester — naturally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of at least 3 types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int, double, string, bool… (W5)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if / else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real decisions, not decoration (W6)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or do-while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menu loop and/or validation (W7)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or foreach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walking your data (W8)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functions, at least one returning a value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Main reads like an index (W9)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or out used meaningfully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TryParse counts! (W10)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 struct with an array of it</a:t>
            </a:r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heart of your data (W11)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Print this slide. Check boxes as you build. Demo day starts with this list.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universal skeleton — nobody starts from zero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 + struct + array: adapt the names and you're rolling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822960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7662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ShowMenu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ReadOption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TryParse inside!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AddItem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ListItems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ShowStats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AddItem: read + validate + store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ListItems: foreach + print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ShowStats: accumulators (sum/max/count)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Rename Item to Pet, Product or Match — the skeleton holds any of the six ideas.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you'll be graded — 70 / 30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Straight from the syllabus, zero surprises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931920" cy="2468880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 — The program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359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work, is it well built?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without crashing (validated input!)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checklist, used naturally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functions, clear names, comments where needed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874520"/>
            <a:ext cx="3931920" cy="2468880"/>
          </a:xfrm>
          <a:prstGeom prst="rect">
            <a:avLst/>
          </a:prstGeom>
          <a:solidFill>
            <a:srgbClr val="1F3265"/>
          </a:solidFill>
          <a:ln w="12700">
            <a:solidFill>
              <a:srgbClr val="1F32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 — The defense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359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own your code?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69748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main flows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Walkthrough: you explain YOUR design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answers to two 'why' questions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Submission: zipped Rider solution to Blackboard BEFORE your demo slot. Late = defended but capped.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session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 your laptop, your idea, and your blockers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session survival guide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get maximum value from 90 minutes of live help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with the skeleton compiling.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Adapt the universal skeleton BEFORE class — even with fake data.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checklist order: struct → array → menu → functions.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Data first; features after.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&gt;15 minutes? Raise your hand.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That's literally what this class is for.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finishing ONE feature per sitting.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working 'add + list' beats five half-features.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like a robot (Week 2 never left).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Type letters where numbers go. Your program should shrug, not die.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day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minutes to show 12 weeks of growth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day format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Tight, fair, and honestly kind of fun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per person.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 min live demo · 2 min code walkthrough · 1 min questions.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the happy path AND one broken input.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Show off your validation — it's the professional touch.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= your Main + your best function.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Explain the WHY, not just the what.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you'll score two peers on clarity.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Watching others defend code teaches more than you expect.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Nerves are normal. Preparation beats nerves: rehearse the demo twice the night before.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next: the paradigms sun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course gave you one ray — there's a whole star waiting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8F5EE"/>
          </a:solidFill>
          <a:ln w="9525">
            <a:solidFill>
              <a:srgbClr val="C9C5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2514600"/>
            <a:ext cx="1371600" cy="822960"/>
          </a:xfrm>
          <a:prstGeom prst="ellipse">
            <a:avLst/>
          </a:prstGeom>
          <a:solidFill>
            <a:srgbClr val="F8F5EE"/>
          </a:solidFill>
          <a:ln w="31750">
            <a:solidFill>
              <a:srgbClr val="A115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816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1874520"/>
            <a:ext cx="1371600" cy="548640"/>
          </a:xfrm>
          <a:prstGeom prst="ellipse">
            <a:avLst/>
          </a:prstGeom>
          <a:ln w="31750">
            <a:solidFill>
              <a:srgbClr val="B191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29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— next course!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26280" y="1874520"/>
            <a:ext cx="1371600" cy="548640"/>
          </a:xfrm>
          <a:prstGeom prst="ellipse">
            <a:avLst/>
          </a:prstGeom>
          <a:ln w="1905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2029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1480" y="3611880"/>
            <a:ext cx="1371600" cy="548640"/>
          </a:xfrm>
          <a:prstGeom prst="ellipse">
            <a:avLst/>
          </a:prstGeom>
          <a:ln w="1905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3767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— this course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09160" y="3611880"/>
            <a:ext cx="1371600" cy="548640"/>
          </a:xfrm>
          <a:prstGeom prst="ellipse">
            <a:avLst/>
          </a:prstGeom>
          <a:ln w="1905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3767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" y="42245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Procedural C# was your entry. OOP is the next course. Same sun.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1828800"/>
            <a:ext cx="54864" cy="233172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COM101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23774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turns your structs into classes with behavior.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built this semester — decomposition, patterns, abstraction — transfers directly.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there.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280160" cy="128016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THE COURSE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 build things now.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your final project — and keep going.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3716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044952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718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Submit: zipped Rider solution on Blackboard before your demo slot.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429000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558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your 5 minutes — twice.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813048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73989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gradebook &amp; project code: they're your first portfolio pieces.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4197096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12394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next semester: your structs are about to come alive.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 · Algorithm Analysis &amp; Design · COM101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2026-07-22T21:05:42Z</dcterms:created>
  <dcterms:modified xsi:type="dcterms:W3CDTF">2026-07-22T21:05:42Z</dcterms:modified>
</cp:coreProperties>
</file>