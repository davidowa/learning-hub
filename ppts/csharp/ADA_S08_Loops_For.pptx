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· Algorithm Analysis &amp; Design · COM101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Loops II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· nested · accumulators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counting loop · loops inside loops · sum, count, max — the patterns behind every statistic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material · 2026 Edition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week's roadmap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8 · three 90-minute classes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Initialize-check-change in one line — repetition with a built-in counter.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Nested loops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grids and pyramids: a loop spinning inside another.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Accumulators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that turns loops into answers: totals, counts, maximums.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the week: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loop for the job and extract answers from repetition.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Week 3 'FOR i = 1 TO n', wearing its C# uniform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 for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beats of every loop, packed into the header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initialize ; check ; change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$"Lap {i}"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"Done!"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i++ is shorthand for i = i + 1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 exists ONLY inside the loop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 1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 2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 3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 4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 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Done!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know HOW MANY times → for. If you repeat UNTIL something happens → while.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counter is a real variable — use it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 down, skip steps, do math with 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countdown, two at a time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$"{i} 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7 times table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$"7 x {i} = {7 * i}"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10 8 6 4 2 0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x 1 = 7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x 2 = 14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x 3 = 21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x 10 = 70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-= 2, i++, i *= 10… the 'change' slot accepts any update you can dream of.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Nested loops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 lap of the outer loop, the inner loop runs ALL its laps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multiplication table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Outer picks the table, inner walks it — 100 prints from 4 lines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$"{t * i,5}"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{t * i,5} pads to 5 spaces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-&gt; tidy columns for free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1    2    3 ...   10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2    4    6 ...   20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3    6    9 ...   30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...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10   20   30 ...  100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 the first 12 prints by hand once in your life. It clicks forever after.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star pyramid — a classic for a reason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Rows outer, stars inner: the inner limit DEPENDS on the outer counter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"*"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 3 prints 3 stars because the inner check is s &lt;= row. That dependency is the whole lesson.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Accumulators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Loops that leave something behind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Patterns are the point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Accumulators exist because data has patterns worth extracting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8F5EE"/>
          </a:solidFill>
          <a:ln w="9525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546604"/>
            <a:ext cx="548640" cy="548640"/>
          </a:xfrm>
          <a:prstGeom prst="roundRect">
            <a:avLst>
              <a:gd name="adj" fmla="val 8333"/>
            </a:avLst>
          </a:prstGeom>
          <a:ln w="1905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380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90472" y="2546604"/>
            <a:ext cx="548640" cy="548640"/>
          </a:xfrm>
          <a:prstGeom prst="roundRect">
            <a:avLst>
              <a:gd name="adj" fmla="val 8333"/>
            </a:avLst>
          </a:prstGeom>
          <a:ln w="1905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0472" y="26380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03704" y="2546604"/>
            <a:ext cx="548640" cy="548640"/>
          </a:xfrm>
          <a:prstGeom prst="roundRect">
            <a:avLst>
              <a:gd name="adj" fmla="val 8333"/>
            </a:avLst>
          </a:prstGeom>
          <a:ln w="1905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03704" y="26380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16936" y="2546604"/>
            <a:ext cx="548640" cy="548640"/>
          </a:xfrm>
          <a:prstGeom prst="roundRect">
            <a:avLst>
              <a:gd name="adj" fmla="val 8333"/>
            </a:avLst>
          </a:prstGeom>
          <a:ln w="1905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16936" y="26380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30168" y="2546604"/>
            <a:ext cx="548640" cy="548640"/>
          </a:xfrm>
          <a:prstGeom prst="roundRect">
            <a:avLst>
              <a:gd name="adj" fmla="val 8333"/>
            </a:avLst>
          </a:prstGeom>
          <a:ln w="31750">
            <a:solidFill>
              <a:srgbClr val="B191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26380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9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2436876"/>
            <a:ext cx="1508760" cy="768096"/>
          </a:xfrm>
          <a:prstGeom prst="ellipse">
            <a:avLst/>
          </a:prstGeom>
          <a:ln w="22225">
            <a:solidFill>
              <a:srgbClr val="A11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0894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rule…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" y="332384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each time  →  the pattern IS the algorithm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2245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 the rule, then teach the loop to apply it 1000 times.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1828800"/>
            <a:ext cx="54864" cy="233172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23774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+= x — running total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count++ — how many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(x &gt; max) max = x — best so far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tools. They answer almost every 'statistics' question you'll meet.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Sum, count, max — all at once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pass over the data, three answers extracted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$"Grade {i}: 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ToInt32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accumulate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count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best so far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$"Avg {average}, top {max}"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1: 8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2: 10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3: 6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4: 9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5: 7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8, top 10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(double) sum forces decimal division — int/int would chop the .4 off. Classic trap.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1 — Factorial machine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 and compute n! (n factorial) with a for. 5! = 5×4×3×2×1 = 120. Watch: what must the accumulator START at?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accumulator starts at 1, not 0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 = 1 to n: fact *= i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 = 0 — should print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n: 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5! = 120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n: 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0! = 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2 — The attendance report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10 values (1 = present, 0 = absent) with a for. Print total present, total absent, and attendance percentage.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counters, one loop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= present * 100.0 / 10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100.0 and not 100?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1: 1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2: 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10: 1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Present: 8  Absent: 2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Attendance: 80%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— Week 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Loops that produce answers · submit on Blackboard before next Monday, 11:59 pm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FizzBuzz (the famous one):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 50; multiples of 3 print 'Fizz', of 5 'Buzz', of both 'FizzBuzz', else the number.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5786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detective: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n; count its divisors with a for; 'prime' if exactly 2. Comment your logic.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23697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Pyramid, inverted + centered: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class pyramid to print upside-down, then centered (spaces first!).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895344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week: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7 daily sales; print total, average, best day NUMBER (not just the amount).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Format: a single .cs file (or zipped Rider solution) named ADA_W8_LastName.zip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you in Week 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 — cutting programs into named, reusable pieces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044952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718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Accumulators are on every exam ever written. Drill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29000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558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FizzBuzz shows up in real job interviews — enjoy being ready at week 8.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813048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398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your code stops being one long Main.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 · Algorithm Analysis &amp; Design · COM101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2026-07-22T21:00:40Z</dcterms:created>
  <dcterms:modified xsi:type="dcterms:W3CDTF">2026-07-22T21:00:40Z</dcterms:modified>
</cp:coreProperties>
</file>